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h9b81db893a411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h9b81db893a411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9b81db893a411a1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9b81db893a411a1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9b81db893a411a1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9b81db893a411a1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9b81db893a411a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h9b81db893a411a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9b81db893a411a1_0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9b81db893a411a1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Deep Maji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Problem: Are We Building Customer Loyalty? 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Many customers appear to have purchased only a few times, between 1 and 5 purchases.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More than 39,000 customer purchase records are reported as involving discounts.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 customers may respond to discounts, cashback offers, or free shipping, while others may purchase without these benefits.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business has an opportunity to encourage customers to return through targeted promotional campaigns.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&amp; Methodology 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Check for missing values, duplicate records, and inconsistent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Examine how frequently customers purchase products.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 purchases made with discounts against purchases without discounts.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Examine available cashback, </a:t>
            </a:r>
            <a:r>
              <a:rPr lang="en">
                <a:solidFill>
                  <a:schemeClr val="dk1"/>
                </a:solidFill>
              </a:rPr>
              <a:t>discount </a:t>
            </a:r>
            <a:r>
              <a:rPr lang="en">
                <a:solidFill>
                  <a:schemeClr val="dk1"/>
                </a:solidFill>
              </a:rPr>
              <a:t>shipping, and discount information.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opportunities for targeted promotions and repeat-purchase campaigns.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Findings 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Repeat purchasing is a major opportunity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The dataset contains 50,000 purchase records from 38,468 unique customers.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Approximately 28,836 customers appear only once in the dataset.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indicates an opportunity to encourage customers to purchase again.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Promotional offers are widely used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Around 39,892 purchase records used a voucher or promotional benefit.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This represents approximately 79.8% of all records.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Promotions are an important part of the observed purchasing activity.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Launch a targeted Discount Week:</a:t>
            </a:r>
            <a:r>
              <a:rPr lang="en">
                <a:solidFill>
                  <a:schemeClr val="dk1"/>
                </a:solidFill>
              </a:rPr>
              <a:t> Offer selected first-time customers a limited-time discount or voucher to encourage their next purchase.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Create campaigns for different customer groups:</a:t>
            </a:r>
            <a:r>
              <a:rPr lang="en">
                <a:solidFill>
                  <a:schemeClr val="dk1"/>
                </a:solidFill>
              </a:rPr>
              <a:t> Test different offers for New, Regular, Loyal, VIP, and At Risk customers rather than giving everyone the same discount.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Measure whether promotions generate profitable sales:</a:t>
            </a:r>
            <a:r>
              <a:rPr lang="en">
                <a:solidFill>
                  <a:schemeClr val="dk1"/>
                </a:solidFill>
              </a:rPr>
              <a:t> Compare repeat purchases, order value, and gross profit for customers who receive an offer against a similar group who do not.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Next Steps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Limitations: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Limited purchase history: The dataset may not represent each customer's complete purchasing journey, so one recorded purchase does not necessarily mean the customer is permanently inactive.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Next </a:t>
            </a:r>
            <a:r>
              <a:rPr lang="en">
                <a:solidFill>
                  <a:schemeClr val="dk1"/>
                </a:solidFill>
              </a:rPr>
              <a:t>Steps: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Examine order status, gross profit, and promotional costs.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